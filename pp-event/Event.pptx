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handoutMasterIdLst>
    <p:handoutMasterId r:id="rId7"/>
  </p:handoutMasterIdLst>
  <p:sldIdLst>
    <p:sldId id="256" r:id="rId2"/>
    <p:sldId id="257" r:id="rId3"/>
    <p:sldId id="258" r:id="rId4"/>
    <p:sldId id="259" r:id="rId5"/>
  </p:sldIdLst>
  <p:sldSz cx="12192000" cy="6858000"/>
  <p:notesSz cx="6858000" cy="9144000"/>
  <p:defaultTex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1" autoAdjust="0"/>
    <p:restoredTop sz="93355" autoAdjust="0"/>
  </p:normalViewPr>
  <p:slideViewPr>
    <p:cSldViewPr snapToGrid="0">
      <p:cViewPr>
        <p:scale>
          <a:sx n="119" d="100"/>
          <a:sy n="119" d="100"/>
        </p:scale>
        <p:origin x="102" y="84"/>
      </p:cViewPr>
      <p:guideLst/>
    </p:cSldViewPr>
  </p:slideViewPr>
  <p:notesTextViewPr>
    <p:cViewPr>
      <p:scale>
        <a:sx n="1" d="1"/>
        <a:sy n="1" d="1"/>
      </p:scale>
      <p:origin x="0" y="0"/>
    </p:cViewPr>
  </p:notesTextViewPr>
  <p:notesViewPr>
    <p:cSldViewPr snapToGrid="0">
      <p:cViewPr varScale="1">
        <p:scale>
          <a:sx n="93" d="100"/>
          <a:sy n="93" d="100"/>
        </p:scale>
        <p:origin x="370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0669A63A-7243-43A0-B0D2-A0322F7ADA4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CF63D0D6-1F39-4ED9-AA68-D36D6D0B627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CB630AF-4A22-442B-A90C-CF8A5596C07A}" type="datetime1">
              <a:rPr lang="fr-FR" smtClean="0"/>
              <a:t>02/05/2022</a:t>
            </a:fld>
            <a:endParaRPr lang="fr-FR" dirty="0"/>
          </a:p>
        </p:txBody>
      </p:sp>
      <p:sp>
        <p:nvSpPr>
          <p:cNvPr id="4" name="Espace réservé du pied de page 3">
            <a:extLst>
              <a:ext uri="{FF2B5EF4-FFF2-40B4-BE49-F238E27FC236}">
                <a16:creationId xmlns:a16="http://schemas.microsoft.com/office/drawing/2014/main" id="{45D0D389-31C2-4F3F-8C86-A9FC85FA12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5A237D49-08AC-4133-B71B-123DFD1BBA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CDA1D3C-81E3-4F82-A636-A03F4EB40174}" type="slidenum">
              <a:rPr lang="fr-FR" smtClean="0"/>
              <a:t>‹N°›</a:t>
            </a:fld>
            <a:endParaRPr lang="fr-FR"/>
          </a:p>
        </p:txBody>
      </p:sp>
    </p:spTree>
    <p:extLst>
      <p:ext uri="{BB962C8B-B14F-4D97-AF65-F5344CB8AC3E}">
        <p14:creationId xmlns:p14="http://schemas.microsoft.com/office/powerpoint/2010/main" val="21989624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42032E-1DA1-4EB9-8EAC-82ECCBFFB3BF}" type="datetime1">
              <a:rPr lang="fr-FR" smtClean="0"/>
              <a:pPr/>
              <a:t>02/05/2022</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dirty="0"/>
              <a:t>Modifiez les styles du texte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15C75A-E371-44FC-B30A-F73547137274}" type="slidenum">
              <a:rPr lang="fr-FR" smtClean="0"/>
              <a:t>‹N°›</a:t>
            </a:fld>
            <a:endParaRPr lang="fr-FR" dirty="0"/>
          </a:p>
        </p:txBody>
      </p:sp>
    </p:spTree>
    <p:extLst>
      <p:ext uri="{BB962C8B-B14F-4D97-AF65-F5344CB8AC3E}">
        <p14:creationId xmlns:p14="http://schemas.microsoft.com/office/powerpoint/2010/main" val="123409462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AA15C75A-E371-44FC-B30A-F73547137274}" type="slidenum">
              <a:rPr lang="fr-FR" smtClean="0"/>
              <a:t>1</a:t>
            </a:fld>
            <a:endParaRPr lang="fr-FR"/>
          </a:p>
        </p:txBody>
      </p:sp>
    </p:spTree>
    <p:extLst>
      <p:ext uri="{BB962C8B-B14F-4D97-AF65-F5344CB8AC3E}">
        <p14:creationId xmlns:p14="http://schemas.microsoft.com/office/powerpoint/2010/main" val="12183600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6" name="Imag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e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orme libre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orme libre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orme libre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orme libre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orme libre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orme libre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orme libre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orme libre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orme libre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orme libre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orme libre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orme libre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orme libre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orme libre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orme libre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orme libre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orme libre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orme libre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orme libre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orme libre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orme libre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orme libre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orme libre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orme libre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orme libre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orme libre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orme libre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orme libre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orme libre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orme libre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orme libre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orme libre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orme libre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orme libre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orme libre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orme libre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orme libre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orme libre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orme libre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orme libre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orme libre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orme libre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orme libre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orme libre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orme libre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orme libre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orme libre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orme libre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orme libre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orme libre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re 1"/>
          <p:cNvSpPr>
            <a:spLocks noGrp="1"/>
          </p:cNvSpPr>
          <p:nvPr>
            <p:ph type="ctrTitle"/>
          </p:nvPr>
        </p:nvSpPr>
        <p:spPr>
          <a:xfrm>
            <a:off x="1876424" y="1122363"/>
            <a:ext cx="8791575" cy="2387600"/>
          </a:xfrm>
        </p:spPr>
        <p:txBody>
          <a:bodyPr rtlCol="0" anchor="b">
            <a:normAutofit/>
          </a:bodyPr>
          <a:lstStyle>
            <a:lvl1pPr algn="l">
              <a:defRPr sz="4800"/>
            </a:lvl1pPr>
          </a:lstStyle>
          <a:p>
            <a:pPr rtl="0"/>
            <a:r>
              <a:rPr lang="fr-FR" noProof="0"/>
              <a:t>Modifiez le style du titre</a:t>
            </a:r>
          </a:p>
        </p:txBody>
      </p:sp>
      <p:sp>
        <p:nvSpPr>
          <p:cNvPr id="3" name="Sous-titre 2"/>
          <p:cNvSpPr>
            <a:spLocks noGrp="1"/>
          </p:cNvSpPr>
          <p:nvPr>
            <p:ph type="subTitle" idx="1"/>
          </p:nvPr>
        </p:nvSpPr>
        <p:spPr>
          <a:xfrm>
            <a:off x="1876424" y="3602038"/>
            <a:ext cx="8791575" cy="1655762"/>
          </a:xfrm>
        </p:spPr>
        <p:txBody>
          <a:bodyPr rtlCol="0">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p>
        </p:txBody>
      </p:sp>
      <p:sp>
        <p:nvSpPr>
          <p:cNvPr id="4" name="Espace réservé de la date 3"/>
          <p:cNvSpPr>
            <a:spLocks noGrp="1"/>
          </p:cNvSpPr>
          <p:nvPr>
            <p:ph type="dt" sz="half" idx="10"/>
          </p:nvPr>
        </p:nvSpPr>
        <p:spPr>
          <a:xfrm>
            <a:off x="7077511" y="5410201"/>
            <a:ext cx="2743200" cy="365125"/>
          </a:xfrm>
        </p:spPr>
        <p:txBody>
          <a:bodyPr rtlCol="0"/>
          <a:lstStyle/>
          <a:p>
            <a:pPr rtl="0"/>
            <a:fld id="{CF08D668-4BC0-4CDB-9B86-DE682481DFF9}" type="datetime1">
              <a:rPr lang="fr-FR" noProof="0" smtClean="0"/>
              <a:t>02/05/2022</a:t>
            </a:fld>
            <a:endParaRPr lang="fr-FR" noProof="0"/>
          </a:p>
        </p:txBody>
      </p:sp>
      <p:sp>
        <p:nvSpPr>
          <p:cNvPr id="5" name="Espace réservé du pied de page 4"/>
          <p:cNvSpPr>
            <a:spLocks noGrp="1"/>
          </p:cNvSpPr>
          <p:nvPr>
            <p:ph type="ftr" sz="quarter" idx="11"/>
          </p:nvPr>
        </p:nvSpPr>
        <p:spPr>
          <a:xfrm>
            <a:off x="1876424" y="5410201"/>
            <a:ext cx="5124886" cy="365125"/>
          </a:xfrm>
        </p:spPr>
        <p:txBody>
          <a:bodyPr rtlCol="0"/>
          <a:lstStyle/>
          <a:p>
            <a:pPr rtl="0"/>
            <a:endParaRPr lang="fr-FR" noProof="0"/>
          </a:p>
        </p:txBody>
      </p:sp>
      <p:sp>
        <p:nvSpPr>
          <p:cNvPr id="6" name="Espace réservé du numéro de diapositive 5"/>
          <p:cNvSpPr>
            <a:spLocks noGrp="1"/>
          </p:cNvSpPr>
          <p:nvPr>
            <p:ph type="sldNum" sz="quarter" idx="12"/>
          </p:nvPr>
        </p:nvSpPr>
        <p:spPr>
          <a:xfrm>
            <a:off x="9896911" y="5410199"/>
            <a:ext cx="771089" cy="365125"/>
          </a:xfrm>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contenu 2"/>
          <p:cNvSpPr>
            <a:spLocks noGrp="1"/>
          </p:cNvSpPr>
          <p:nvPr>
            <p:ph idx="1" hasCustomPrompt="1"/>
          </p:nvPr>
        </p:nvSpPr>
        <p:spPr/>
        <p:txBody>
          <a:bodyPr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BC35E71B-828B-42B2-8FFF-8F54F3728D31}" type="datetime1">
              <a:rPr lang="fr-FR" noProof="0" smtClean="0"/>
              <a:t>02/05/2022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1141411" y="1419226"/>
            <a:ext cx="9906000" cy="2852737"/>
          </a:xfrm>
        </p:spPr>
        <p:txBody>
          <a:bodyPr rtlCol="0" anchor="b">
            <a:normAutofit/>
          </a:bodyPr>
          <a:lstStyle>
            <a:lvl1pPr>
              <a:defRPr sz="3600"/>
            </a:lvl1pPr>
          </a:lstStyle>
          <a:p>
            <a:pPr rtl="0"/>
            <a:r>
              <a:rPr lang="fr-FR" noProof="0"/>
              <a:t>Modifiez le style du titre</a:t>
            </a:r>
          </a:p>
        </p:txBody>
      </p:sp>
      <p:sp>
        <p:nvSpPr>
          <p:cNvPr id="3" name="Espace réservé du texte 2"/>
          <p:cNvSpPr>
            <a:spLocks noGrp="1"/>
          </p:cNvSpPr>
          <p:nvPr>
            <p:ph type="body" idx="1" hasCustomPrompt="1"/>
          </p:nvPr>
        </p:nvSpPr>
        <p:spPr>
          <a:xfrm>
            <a:off x="1141411" y="4424362"/>
            <a:ext cx="9906000" cy="1374776"/>
          </a:xfrm>
        </p:spPr>
        <p:txBody>
          <a:bodyPr rtlCol="0">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a:t>Modifiez les styles du texte</a:t>
            </a:r>
          </a:p>
        </p:txBody>
      </p:sp>
      <p:sp>
        <p:nvSpPr>
          <p:cNvPr id="4" name="Espace réservé de la date 3"/>
          <p:cNvSpPr>
            <a:spLocks noGrp="1"/>
          </p:cNvSpPr>
          <p:nvPr>
            <p:ph type="dt" sz="half" idx="10"/>
          </p:nvPr>
        </p:nvSpPr>
        <p:spPr/>
        <p:txBody>
          <a:bodyPr rtlCol="0"/>
          <a:lstStyle/>
          <a:p>
            <a:pPr rtl="0"/>
            <a:fld id="{4D978BD7-C93B-4C81-8808-0602EEAA0D4F}" type="datetime1">
              <a:rPr lang="fr-FR" noProof="0" smtClean="0"/>
              <a:t>02/05/2022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contenu 2"/>
          <p:cNvSpPr>
            <a:spLocks noGrp="1"/>
          </p:cNvSpPr>
          <p:nvPr>
            <p:ph sz="half" idx="1" hasCustomPrompt="1"/>
          </p:nvPr>
        </p:nvSpPr>
        <p:spPr>
          <a:xfrm>
            <a:off x="1141410" y="2249486"/>
            <a:ext cx="4878389" cy="3541714"/>
          </a:xfrm>
        </p:spPr>
        <p:txBody>
          <a:bodyPr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contenu 3"/>
          <p:cNvSpPr>
            <a:spLocks noGrp="1"/>
          </p:cNvSpPr>
          <p:nvPr>
            <p:ph sz="half" idx="2" hasCustomPrompt="1"/>
          </p:nvPr>
        </p:nvSpPr>
        <p:spPr>
          <a:xfrm>
            <a:off x="6172200" y="2249486"/>
            <a:ext cx="4875211" cy="3541714"/>
          </a:xfrm>
        </p:spPr>
        <p:txBody>
          <a:bodyPr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e la date 4"/>
          <p:cNvSpPr>
            <a:spLocks noGrp="1"/>
          </p:cNvSpPr>
          <p:nvPr>
            <p:ph type="dt" sz="half" idx="10"/>
          </p:nvPr>
        </p:nvSpPr>
        <p:spPr/>
        <p:txBody>
          <a:bodyPr rtlCol="0"/>
          <a:lstStyle/>
          <a:p>
            <a:pPr rtl="0"/>
            <a:fld id="{239D595D-8C95-4E32-87C5-13737C68A710}" type="datetime1">
              <a:rPr lang="fr-FR" noProof="0" smtClean="0"/>
              <a:t>02/05/2022</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1141411" y="619126"/>
            <a:ext cx="9906000" cy="1477961"/>
          </a:xfrm>
        </p:spPr>
        <p:txBody>
          <a:bodyPr rtlCol="0"/>
          <a:lstStyle/>
          <a:p>
            <a:pPr rtl="0"/>
            <a:r>
              <a:rPr lang="fr-FR" noProof="0"/>
              <a:t>Modifiez le style du titre</a:t>
            </a:r>
          </a:p>
        </p:txBody>
      </p:sp>
      <p:sp>
        <p:nvSpPr>
          <p:cNvPr id="3" name="Espace réservé du texte 2"/>
          <p:cNvSpPr>
            <a:spLocks noGrp="1"/>
          </p:cNvSpPr>
          <p:nvPr>
            <p:ph type="body" idx="1" hasCustomPrompt="1"/>
          </p:nvPr>
        </p:nvSpPr>
        <p:spPr>
          <a:xfrm>
            <a:off x="1370019" y="2249486"/>
            <a:ext cx="4649783" cy="823912"/>
          </a:xfrm>
        </p:spPr>
        <p:txBody>
          <a:bodyPr rtlCol="0"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a:t>
            </a:r>
          </a:p>
        </p:txBody>
      </p:sp>
      <p:sp>
        <p:nvSpPr>
          <p:cNvPr id="4" name="Espace réservé du contenu 3"/>
          <p:cNvSpPr>
            <a:spLocks noGrp="1"/>
          </p:cNvSpPr>
          <p:nvPr>
            <p:ph sz="half" idx="2" hasCustomPrompt="1"/>
          </p:nvPr>
        </p:nvSpPr>
        <p:spPr>
          <a:xfrm>
            <a:off x="1141410" y="3073397"/>
            <a:ext cx="4878391" cy="2717801"/>
          </a:xfrm>
        </p:spPr>
        <p:txBody>
          <a:bodyPr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p:cNvSpPr>
            <a:spLocks noGrp="1"/>
          </p:cNvSpPr>
          <p:nvPr>
            <p:ph type="body" sz="quarter" idx="3" hasCustomPrompt="1"/>
          </p:nvPr>
        </p:nvSpPr>
        <p:spPr>
          <a:xfrm>
            <a:off x="6400808" y="2249485"/>
            <a:ext cx="4646602" cy="823912"/>
          </a:xfrm>
        </p:spPr>
        <p:txBody>
          <a:bodyPr rtlCol="0"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a:t>
            </a:r>
          </a:p>
        </p:txBody>
      </p:sp>
      <p:sp>
        <p:nvSpPr>
          <p:cNvPr id="6" name="Espace réservé du contenu 5"/>
          <p:cNvSpPr>
            <a:spLocks noGrp="1"/>
          </p:cNvSpPr>
          <p:nvPr>
            <p:ph sz="quarter" idx="4" hasCustomPrompt="1"/>
          </p:nvPr>
        </p:nvSpPr>
        <p:spPr>
          <a:xfrm>
            <a:off x="6172200" y="3073397"/>
            <a:ext cx="4875210" cy="2717801"/>
          </a:xfrm>
        </p:spPr>
        <p:txBody>
          <a:bodyPr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de la date 6"/>
          <p:cNvSpPr>
            <a:spLocks noGrp="1"/>
          </p:cNvSpPr>
          <p:nvPr>
            <p:ph type="dt" sz="half" idx="10"/>
          </p:nvPr>
        </p:nvSpPr>
        <p:spPr/>
        <p:txBody>
          <a:bodyPr rtlCol="0"/>
          <a:lstStyle/>
          <a:p>
            <a:pPr rtl="0"/>
            <a:fld id="{84DA759D-04B2-44BC-90BE-4B87CBA3108B}" type="datetime1">
              <a:rPr lang="fr-FR" noProof="0" smtClean="0"/>
              <a:t>02/05/2022</a:t>
            </a:fld>
            <a:endParaRPr lang="fr-FR" noProof="0"/>
          </a:p>
        </p:txBody>
      </p:sp>
      <p:sp>
        <p:nvSpPr>
          <p:cNvPr id="8" name="Espace réservé du pied de page 7"/>
          <p:cNvSpPr>
            <a:spLocks noGrp="1"/>
          </p:cNvSpPr>
          <p:nvPr>
            <p:ph type="ftr" sz="quarter" idx="11"/>
          </p:nvPr>
        </p:nvSpPr>
        <p:spPr/>
        <p:txBody>
          <a:bodyPr rtlCol="0"/>
          <a:lstStyle/>
          <a:p>
            <a:pPr rtl="0"/>
            <a:endParaRPr lang="fr-FR" noProof="0"/>
          </a:p>
        </p:txBody>
      </p:sp>
      <p:sp>
        <p:nvSpPr>
          <p:cNvPr id="9" name="Espace réservé du numéro de diapositive 8"/>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e la date 2"/>
          <p:cNvSpPr>
            <a:spLocks noGrp="1"/>
          </p:cNvSpPr>
          <p:nvPr>
            <p:ph type="dt" sz="half" idx="10"/>
          </p:nvPr>
        </p:nvSpPr>
        <p:spPr/>
        <p:txBody>
          <a:bodyPr rtlCol="0"/>
          <a:lstStyle/>
          <a:p>
            <a:pPr rtl="0"/>
            <a:fld id="{6A1026B5-A485-46D6-AB07-2FC62B781980}" type="datetime1">
              <a:rPr lang="fr-FR" noProof="0" smtClean="0"/>
              <a:t>02/05/2022</a:t>
            </a:fld>
            <a:endParaRPr lang="fr-FR" noProof="0"/>
          </a:p>
        </p:txBody>
      </p:sp>
      <p:sp>
        <p:nvSpPr>
          <p:cNvPr id="4" name="Espace réservé du pied de page 3"/>
          <p:cNvSpPr>
            <a:spLocks noGrp="1"/>
          </p:cNvSpPr>
          <p:nvPr>
            <p:ph type="ftr" sz="quarter" idx="11"/>
          </p:nvPr>
        </p:nvSpPr>
        <p:spPr/>
        <p:txBody>
          <a:bodyPr rtlCol="0"/>
          <a:lstStyle/>
          <a:p>
            <a:pPr rtl="0"/>
            <a:endParaRPr lang="fr-FR" noProof="0"/>
          </a:p>
        </p:txBody>
      </p:sp>
      <p:sp>
        <p:nvSpPr>
          <p:cNvPr id="5" name="Espace réservé du numéro de diapositive 4"/>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rtlCol="0"/>
          <a:lstStyle/>
          <a:p>
            <a:pPr rtl="0"/>
            <a:fld id="{EF0F356B-B2AC-4095-9654-914AF32EFF7B}" type="datetime1">
              <a:rPr lang="fr-FR" noProof="0" smtClean="0"/>
              <a:t>02/05/2022</a:t>
            </a:fld>
            <a:endParaRPr lang="fr-FR" noProof="0"/>
          </a:p>
        </p:txBody>
      </p:sp>
      <p:sp>
        <p:nvSpPr>
          <p:cNvPr id="3" name="Espace réservé du pied de page 2"/>
          <p:cNvSpPr>
            <a:spLocks noGrp="1"/>
          </p:cNvSpPr>
          <p:nvPr>
            <p:ph type="ftr" sz="quarter" idx="11"/>
          </p:nvPr>
        </p:nvSpPr>
        <p:spPr/>
        <p:txBody>
          <a:bodyPr rtlCol="0"/>
          <a:lstStyle/>
          <a:p>
            <a:pPr rtl="0"/>
            <a:endParaRPr lang="fr-FR" noProof="0"/>
          </a:p>
        </p:txBody>
      </p:sp>
      <p:sp>
        <p:nvSpPr>
          <p:cNvPr id="4" name="Espace réservé du numéro de diapositive 3"/>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146705" y="609601"/>
            <a:ext cx="3856037" cy="1639884"/>
          </a:xfrm>
        </p:spPr>
        <p:txBody>
          <a:bodyPr rtlCol="0" anchor="b"/>
          <a:lstStyle>
            <a:lvl1pPr>
              <a:defRPr sz="3200"/>
            </a:lvl1pPr>
          </a:lstStyle>
          <a:p>
            <a:pPr rtl="0"/>
            <a:r>
              <a:rPr lang="fr-FR" noProof="0"/>
              <a:t>Modifiez le style du titre</a:t>
            </a:r>
          </a:p>
        </p:txBody>
      </p:sp>
      <p:sp>
        <p:nvSpPr>
          <p:cNvPr id="3" name="Espace réservé du contenu 2"/>
          <p:cNvSpPr>
            <a:spLocks noGrp="1"/>
          </p:cNvSpPr>
          <p:nvPr>
            <p:ph idx="1" hasCustomPrompt="1"/>
          </p:nvPr>
        </p:nvSpPr>
        <p:spPr>
          <a:xfrm>
            <a:off x="5156200" y="592666"/>
            <a:ext cx="5891209" cy="5198534"/>
          </a:xfrm>
        </p:spPr>
        <p:txBody>
          <a:bodyPr rtlCol="0" anchor="ct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texte 3"/>
          <p:cNvSpPr>
            <a:spLocks noGrp="1"/>
          </p:cNvSpPr>
          <p:nvPr>
            <p:ph type="body" sz="half" idx="2" hasCustomPrompt="1"/>
          </p:nvPr>
        </p:nvSpPr>
        <p:spPr>
          <a:xfrm>
            <a:off x="1146705" y="2249486"/>
            <a:ext cx="3856037" cy="3541714"/>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a:t>
            </a:r>
          </a:p>
        </p:txBody>
      </p:sp>
      <p:sp>
        <p:nvSpPr>
          <p:cNvPr id="5" name="Espace réservé de la date 4"/>
          <p:cNvSpPr>
            <a:spLocks noGrp="1"/>
          </p:cNvSpPr>
          <p:nvPr>
            <p:ph type="dt" sz="half" idx="10"/>
          </p:nvPr>
        </p:nvSpPr>
        <p:spPr/>
        <p:txBody>
          <a:bodyPr rtlCol="0"/>
          <a:lstStyle/>
          <a:p>
            <a:pPr rtl="0"/>
            <a:fld id="{194F51B8-F97F-4B39-9088-1B1A9605BAAD}" type="datetime1">
              <a:rPr lang="fr-FR" noProof="0" smtClean="0"/>
              <a:t>02/05/2022</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141413" y="609600"/>
            <a:ext cx="5934508" cy="1639886"/>
          </a:xfrm>
        </p:spPr>
        <p:txBody>
          <a:bodyPr rtlCol="0" anchor="b"/>
          <a:lstStyle>
            <a:lvl1pPr>
              <a:defRPr sz="3200"/>
            </a:lvl1pPr>
          </a:lstStyle>
          <a:p>
            <a:pPr rtl="0"/>
            <a:r>
              <a:rPr lang="fr-FR" noProof="0"/>
              <a:t>Modifiez le style du titre</a:t>
            </a:r>
          </a:p>
        </p:txBody>
      </p:sp>
      <p:sp>
        <p:nvSpPr>
          <p:cNvPr id="3" name="Espace réservé d’image 2"/>
          <p:cNvSpPr>
            <a:spLocks noGrp="1" noChangeAspect="1"/>
          </p:cNvSpPr>
          <p:nvPr>
            <p:ph type="pic" idx="1" hasCustomPrompt="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4" name="Espace réservé du texte 3"/>
          <p:cNvSpPr>
            <a:spLocks noGrp="1"/>
          </p:cNvSpPr>
          <p:nvPr>
            <p:ph type="body" sz="half" idx="2" hasCustomPrompt="1"/>
          </p:nvPr>
        </p:nvSpPr>
        <p:spPr>
          <a:xfrm>
            <a:off x="1141410" y="2249486"/>
            <a:ext cx="5934511" cy="3541714"/>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a:t>
            </a:r>
          </a:p>
        </p:txBody>
      </p:sp>
      <p:sp>
        <p:nvSpPr>
          <p:cNvPr id="5" name="Espace réservé de la date 4"/>
          <p:cNvSpPr>
            <a:spLocks noGrp="1"/>
          </p:cNvSpPr>
          <p:nvPr>
            <p:ph type="dt" sz="half" idx="10"/>
          </p:nvPr>
        </p:nvSpPr>
        <p:spPr/>
        <p:txBody>
          <a:bodyPr rtlCol="0"/>
          <a:lstStyle/>
          <a:p>
            <a:pPr rtl="0"/>
            <a:fld id="{2632467C-5233-4442-B487-3C3607DDD274}" type="datetime1">
              <a:rPr lang="fr-FR" noProof="0" smtClean="0"/>
              <a:t>02/05/2022</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141410" y="4304664"/>
            <a:ext cx="9912355" cy="819355"/>
          </a:xfrm>
        </p:spPr>
        <p:txBody>
          <a:bodyPr rtlCol="0" anchor="b">
            <a:normAutofit/>
          </a:bodyPr>
          <a:lstStyle>
            <a:lvl1pPr>
              <a:defRPr sz="3200"/>
            </a:lvl1pPr>
          </a:lstStyle>
          <a:p>
            <a:pPr rtl="0"/>
            <a:r>
              <a:rPr lang="fr-FR" noProof="0"/>
              <a:t>Modifiez le style du titre</a:t>
            </a:r>
          </a:p>
        </p:txBody>
      </p:sp>
      <p:sp>
        <p:nvSpPr>
          <p:cNvPr id="3" name="Espace réservé d’image 2"/>
          <p:cNvSpPr>
            <a:spLocks noGrp="1" noChangeAspect="1"/>
          </p:cNvSpPr>
          <p:nvPr>
            <p:ph type="pic" idx="1" hasCustomPrompt="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rtl="0">
              <a:buNone/>
            </a:pPr>
            <a:r>
              <a:rPr lang="fr-FR" noProof="0"/>
              <a:t>Cliquez sur l’icône pour ajouter une image</a:t>
            </a:r>
          </a:p>
        </p:txBody>
      </p:sp>
      <p:sp>
        <p:nvSpPr>
          <p:cNvPr id="4" name="Espace réservé du texte 3"/>
          <p:cNvSpPr>
            <a:spLocks noGrp="1"/>
          </p:cNvSpPr>
          <p:nvPr>
            <p:ph type="body" sz="half" idx="2" hasCustomPrompt="1"/>
          </p:nvPr>
        </p:nvSpPr>
        <p:spPr>
          <a:xfrm>
            <a:off x="1141364" y="5124020"/>
            <a:ext cx="9910859" cy="682472"/>
          </a:xfrm>
        </p:spPr>
        <p:txBody>
          <a:bodyPr rtlCol="0">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a:t>
            </a:r>
          </a:p>
        </p:txBody>
      </p:sp>
      <p:sp>
        <p:nvSpPr>
          <p:cNvPr id="5" name="Espace réservé de la date 4"/>
          <p:cNvSpPr>
            <a:spLocks noGrp="1"/>
          </p:cNvSpPr>
          <p:nvPr>
            <p:ph type="dt" sz="half" idx="10"/>
          </p:nvPr>
        </p:nvSpPr>
        <p:spPr/>
        <p:txBody>
          <a:bodyPr rtlCol="0"/>
          <a:lstStyle/>
          <a:p>
            <a:pPr rtl="0"/>
            <a:fld id="{042A2F9B-B86E-43F2-B18A-D15C606BA300}" type="datetime1">
              <a:rPr lang="fr-FR" noProof="0" smtClean="0"/>
              <a:t>02/05/2022</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re 1"/>
          <p:cNvSpPr>
            <a:spLocks noGrp="1"/>
          </p:cNvSpPr>
          <p:nvPr>
            <p:ph type="title"/>
          </p:nvPr>
        </p:nvSpPr>
        <p:spPr>
          <a:xfrm>
            <a:off x="1141456" y="609600"/>
            <a:ext cx="9905955" cy="3429000"/>
          </a:xfrm>
        </p:spPr>
        <p:txBody>
          <a:bodyPr rtlCol="0" anchor="ctr">
            <a:normAutofit/>
          </a:bodyPr>
          <a:lstStyle>
            <a:lvl1pPr>
              <a:defRPr sz="3600"/>
            </a:lvl1pPr>
          </a:lstStyle>
          <a:p>
            <a:pPr rtl="0"/>
            <a:r>
              <a:rPr lang="fr-FR" noProof="0"/>
              <a:t>Modifiez le style du titre</a:t>
            </a:r>
          </a:p>
        </p:txBody>
      </p:sp>
      <p:sp>
        <p:nvSpPr>
          <p:cNvPr id="4" name="Espace réservé du texte 3"/>
          <p:cNvSpPr>
            <a:spLocks noGrp="1"/>
          </p:cNvSpPr>
          <p:nvPr>
            <p:ph type="body" sz="half" idx="2" hasCustomPrompt="1"/>
          </p:nvPr>
        </p:nvSpPr>
        <p:spPr>
          <a:xfrm>
            <a:off x="1141410" y="4419599"/>
            <a:ext cx="9904459" cy="1371599"/>
          </a:xfrm>
        </p:spPr>
        <p:txBody>
          <a:bodyPr rtlCol="0"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a:t>
            </a:r>
          </a:p>
        </p:txBody>
      </p:sp>
      <p:sp>
        <p:nvSpPr>
          <p:cNvPr id="5" name="Espace réservé de la date 4"/>
          <p:cNvSpPr>
            <a:spLocks noGrp="1"/>
          </p:cNvSpPr>
          <p:nvPr>
            <p:ph type="dt" sz="half" idx="10"/>
          </p:nvPr>
        </p:nvSpPr>
        <p:spPr/>
        <p:txBody>
          <a:bodyPr rtlCol="0"/>
          <a:lstStyle/>
          <a:p>
            <a:pPr rtl="0"/>
            <a:fld id="{EDF4344E-2C8A-4FC4-815A-156BDBB794F2}" type="datetime1">
              <a:rPr lang="fr-FR" noProof="0" smtClean="0"/>
              <a:t>02/05/2022</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446212" y="609599"/>
            <a:ext cx="9302752" cy="2748429"/>
          </a:xfrm>
        </p:spPr>
        <p:txBody>
          <a:bodyPr rtlCol="0" anchor="ctr">
            <a:normAutofit/>
          </a:bodyPr>
          <a:lstStyle>
            <a:lvl1pPr>
              <a:defRPr sz="3600"/>
            </a:lvl1pPr>
          </a:lstStyle>
          <a:p>
            <a:pPr rtl="0"/>
            <a:r>
              <a:rPr lang="fr-FR" noProof="0"/>
              <a:t>Modifiez le style du titre</a:t>
            </a:r>
          </a:p>
        </p:txBody>
      </p:sp>
      <p:sp>
        <p:nvSpPr>
          <p:cNvPr id="12" name="Espace réservé du texte 3"/>
          <p:cNvSpPr>
            <a:spLocks noGrp="1"/>
          </p:cNvSpPr>
          <p:nvPr>
            <p:ph type="body" sz="half" idx="13" hasCustomPrompt="1"/>
          </p:nvPr>
        </p:nvSpPr>
        <p:spPr>
          <a:xfrm>
            <a:off x="1720644" y="3365557"/>
            <a:ext cx="8752299" cy="548968"/>
          </a:xfrm>
        </p:spPr>
        <p:txBody>
          <a:bodyPr rtlCol="0"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a:t>
            </a:r>
          </a:p>
        </p:txBody>
      </p:sp>
      <p:sp>
        <p:nvSpPr>
          <p:cNvPr id="4" name="Espace réservé du texte 3"/>
          <p:cNvSpPr>
            <a:spLocks noGrp="1"/>
          </p:cNvSpPr>
          <p:nvPr>
            <p:ph type="body" sz="half" idx="2" hasCustomPrompt="1"/>
          </p:nvPr>
        </p:nvSpPr>
        <p:spPr>
          <a:xfrm>
            <a:off x="1141411" y="4309919"/>
            <a:ext cx="9906002" cy="1489496"/>
          </a:xfrm>
        </p:spPr>
        <p:txBody>
          <a:bodyPr rtlCol="0"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a:t>
            </a:r>
          </a:p>
        </p:txBody>
      </p:sp>
      <p:sp>
        <p:nvSpPr>
          <p:cNvPr id="5" name="Espace réservé de la date 4"/>
          <p:cNvSpPr>
            <a:spLocks noGrp="1"/>
          </p:cNvSpPr>
          <p:nvPr>
            <p:ph type="dt" sz="half" idx="10"/>
          </p:nvPr>
        </p:nvSpPr>
        <p:spPr/>
        <p:txBody>
          <a:bodyPr rtlCol="0"/>
          <a:lstStyle/>
          <a:p>
            <a:pPr rtl="0"/>
            <a:fld id="{FE9E2943-6345-49E8-B783-0A66EF9421BF}" type="datetime1">
              <a:rPr lang="fr-FR" noProof="0" smtClean="0"/>
              <a:t>02/05/2022</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
        <p:nvSpPr>
          <p:cNvPr id="60" name="Zone de texte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fr-FR" sz="8000" noProof="0">
                <a:solidFill>
                  <a:schemeClr val="tx1"/>
                </a:solidFill>
                <a:effectLst/>
              </a:rPr>
              <a:t>“</a:t>
            </a:r>
          </a:p>
        </p:txBody>
      </p:sp>
      <p:sp>
        <p:nvSpPr>
          <p:cNvPr id="61" name="Zone de texte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fr-FR" sz="8000" noProof="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professionnelle">
    <p:spTree>
      <p:nvGrpSpPr>
        <p:cNvPr id="1" name=""/>
        <p:cNvGrpSpPr/>
        <p:nvPr/>
      </p:nvGrpSpPr>
      <p:grpSpPr>
        <a:xfrm>
          <a:off x="0" y="0"/>
          <a:ext cx="0" cy="0"/>
          <a:chOff x="0" y="0"/>
          <a:chExt cx="0" cy="0"/>
        </a:xfrm>
      </p:grpSpPr>
      <p:sp>
        <p:nvSpPr>
          <p:cNvPr id="2" name="Titre 1"/>
          <p:cNvSpPr>
            <a:spLocks noGrp="1"/>
          </p:cNvSpPr>
          <p:nvPr>
            <p:ph type="title"/>
          </p:nvPr>
        </p:nvSpPr>
        <p:spPr>
          <a:xfrm>
            <a:off x="1141410" y="2134041"/>
            <a:ext cx="9906001" cy="2511835"/>
          </a:xfrm>
        </p:spPr>
        <p:txBody>
          <a:bodyPr rtlCol="0" anchor="b">
            <a:normAutofit/>
          </a:bodyPr>
          <a:lstStyle>
            <a:lvl1pPr>
              <a:defRPr sz="3600"/>
            </a:lvl1pPr>
          </a:lstStyle>
          <a:p>
            <a:pPr rtl="0"/>
            <a:r>
              <a:rPr lang="fr-FR" noProof="0"/>
              <a:t>Modifiez le style du titre</a:t>
            </a:r>
          </a:p>
        </p:txBody>
      </p:sp>
      <p:sp>
        <p:nvSpPr>
          <p:cNvPr id="4" name="Espace réservé du texte 3"/>
          <p:cNvSpPr>
            <a:spLocks noGrp="1"/>
          </p:cNvSpPr>
          <p:nvPr>
            <p:ph type="body" sz="half" idx="2" hasCustomPrompt="1"/>
          </p:nvPr>
        </p:nvSpPr>
        <p:spPr>
          <a:xfrm>
            <a:off x="1141364" y="4657655"/>
            <a:ext cx="9904505" cy="1140644"/>
          </a:xfrm>
        </p:spPr>
        <p:txBody>
          <a:bodyPr rtlCol="0"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a:t>
            </a:r>
          </a:p>
        </p:txBody>
      </p:sp>
      <p:sp>
        <p:nvSpPr>
          <p:cNvPr id="5" name="Espace réservé de la date 4"/>
          <p:cNvSpPr>
            <a:spLocks noGrp="1"/>
          </p:cNvSpPr>
          <p:nvPr>
            <p:ph type="dt" sz="half" idx="10"/>
          </p:nvPr>
        </p:nvSpPr>
        <p:spPr/>
        <p:txBody>
          <a:bodyPr rtlCol="0"/>
          <a:lstStyle/>
          <a:p>
            <a:pPr rtl="0"/>
            <a:fld id="{E773B138-4BC2-48EB-B6B5-1F9010E477D6}" type="datetime1">
              <a:rPr lang="fr-FR" noProof="0" smtClean="0"/>
              <a:t>02/05/2022</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re 1"/>
          <p:cNvSpPr>
            <a:spLocks noGrp="1"/>
          </p:cNvSpPr>
          <p:nvPr>
            <p:ph type="title"/>
          </p:nvPr>
        </p:nvSpPr>
        <p:spPr>
          <a:xfrm>
            <a:off x="1141413" y="609600"/>
            <a:ext cx="9905998" cy="1905000"/>
          </a:xfrm>
        </p:spPr>
        <p:txBody>
          <a:bodyPr rtlCol="0"/>
          <a:lstStyle/>
          <a:p>
            <a:pPr rtl="0"/>
            <a:r>
              <a:rPr lang="fr-FR" noProof="0"/>
              <a:t>Modifiez le style du titre</a:t>
            </a:r>
          </a:p>
        </p:txBody>
      </p:sp>
      <p:sp>
        <p:nvSpPr>
          <p:cNvPr id="7" name="Espace réservé du texte 2"/>
          <p:cNvSpPr>
            <a:spLocks noGrp="1"/>
          </p:cNvSpPr>
          <p:nvPr>
            <p:ph type="body" idx="1" hasCustomPrompt="1"/>
          </p:nvPr>
        </p:nvSpPr>
        <p:spPr>
          <a:xfrm>
            <a:off x="1141410" y="2674463"/>
            <a:ext cx="3196899" cy="685800"/>
          </a:xfrm>
        </p:spPr>
        <p:txBody>
          <a:bodyPr rtlCol="0"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a:t>
            </a:r>
          </a:p>
        </p:txBody>
      </p:sp>
      <p:sp>
        <p:nvSpPr>
          <p:cNvPr id="8" name="Espace réservé du texte 3"/>
          <p:cNvSpPr>
            <a:spLocks noGrp="1"/>
          </p:cNvSpPr>
          <p:nvPr>
            <p:ph type="body" sz="half" idx="15" hasCustomPrompt="1"/>
          </p:nvPr>
        </p:nvSpPr>
        <p:spPr>
          <a:xfrm>
            <a:off x="1127918" y="3360263"/>
            <a:ext cx="3208735" cy="2430936"/>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a:t>
            </a:r>
          </a:p>
        </p:txBody>
      </p:sp>
      <p:sp>
        <p:nvSpPr>
          <p:cNvPr id="9" name="Espace réservé du texte 4"/>
          <p:cNvSpPr>
            <a:spLocks noGrp="1"/>
          </p:cNvSpPr>
          <p:nvPr>
            <p:ph type="body" sz="quarter" idx="3" hasCustomPrompt="1"/>
          </p:nvPr>
        </p:nvSpPr>
        <p:spPr>
          <a:xfrm>
            <a:off x="4514766" y="2677635"/>
            <a:ext cx="3184385" cy="685800"/>
          </a:xfrm>
        </p:spPr>
        <p:txBody>
          <a:bodyPr rtlCol="0"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a:t>
            </a:r>
          </a:p>
        </p:txBody>
      </p:sp>
      <p:sp>
        <p:nvSpPr>
          <p:cNvPr id="10" name="Espace réservé du texte 3"/>
          <p:cNvSpPr>
            <a:spLocks noGrp="1"/>
          </p:cNvSpPr>
          <p:nvPr>
            <p:ph type="body" sz="half" idx="16" hasCustomPrompt="1"/>
          </p:nvPr>
        </p:nvSpPr>
        <p:spPr>
          <a:xfrm>
            <a:off x="4504213" y="3363435"/>
            <a:ext cx="3195830" cy="2430936"/>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a:t>
            </a:r>
          </a:p>
        </p:txBody>
      </p:sp>
      <p:sp>
        <p:nvSpPr>
          <p:cNvPr id="11" name="Espace réservé du texte 4"/>
          <p:cNvSpPr>
            <a:spLocks noGrp="1"/>
          </p:cNvSpPr>
          <p:nvPr>
            <p:ph type="body" sz="quarter" idx="13" hasCustomPrompt="1"/>
          </p:nvPr>
        </p:nvSpPr>
        <p:spPr>
          <a:xfrm>
            <a:off x="7852442" y="2674463"/>
            <a:ext cx="3194968" cy="685800"/>
          </a:xfrm>
        </p:spPr>
        <p:txBody>
          <a:bodyPr rtlCol="0"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a:t>
            </a:r>
          </a:p>
        </p:txBody>
      </p:sp>
      <p:sp>
        <p:nvSpPr>
          <p:cNvPr id="12" name="Espace réservé du texte 3"/>
          <p:cNvSpPr>
            <a:spLocks noGrp="1"/>
          </p:cNvSpPr>
          <p:nvPr>
            <p:ph type="body" sz="half" idx="17" hasCustomPrompt="1"/>
          </p:nvPr>
        </p:nvSpPr>
        <p:spPr>
          <a:xfrm>
            <a:off x="7852442" y="3360263"/>
            <a:ext cx="3194968" cy="2430936"/>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a:t>
            </a:r>
          </a:p>
        </p:txBody>
      </p:sp>
      <p:sp>
        <p:nvSpPr>
          <p:cNvPr id="3" name="Espace réservé de la date 2"/>
          <p:cNvSpPr>
            <a:spLocks noGrp="1"/>
          </p:cNvSpPr>
          <p:nvPr>
            <p:ph type="dt" sz="half" idx="10"/>
          </p:nvPr>
        </p:nvSpPr>
        <p:spPr/>
        <p:txBody>
          <a:bodyPr rtlCol="0"/>
          <a:lstStyle/>
          <a:p>
            <a:pPr rtl="0"/>
            <a:fld id="{B4C8AC54-47E8-455F-B946-6C2146701BCA}" type="datetime1">
              <a:rPr lang="fr-FR" noProof="0" smtClean="0"/>
              <a:t>02/05/2022</a:t>
            </a:fld>
            <a:endParaRPr lang="fr-FR" noProof="0"/>
          </a:p>
        </p:txBody>
      </p:sp>
      <p:sp>
        <p:nvSpPr>
          <p:cNvPr id="4" name="Espace réservé du pied de page 3"/>
          <p:cNvSpPr>
            <a:spLocks noGrp="1"/>
          </p:cNvSpPr>
          <p:nvPr>
            <p:ph type="ftr" sz="quarter" idx="11"/>
          </p:nvPr>
        </p:nvSpPr>
        <p:spPr/>
        <p:txBody>
          <a:bodyPr rtlCol="0"/>
          <a:lstStyle/>
          <a:p>
            <a:pPr rtl="0"/>
            <a:endParaRPr lang="fr-FR" noProof="0"/>
          </a:p>
        </p:txBody>
      </p:sp>
      <p:sp>
        <p:nvSpPr>
          <p:cNvPr id="5" name="Espace réservé du numéro de diapositive 4"/>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onne 3 images">
    <p:spTree>
      <p:nvGrpSpPr>
        <p:cNvPr id="1" name=""/>
        <p:cNvGrpSpPr/>
        <p:nvPr/>
      </p:nvGrpSpPr>
      <p:grpSpPr>
        <a:xfrm>
          <a:off x="0" y="0"/>
          <a:ext cx="0" cy="0"/>
          <a:chOff x="0" y="0"/>
          <a:chExt cx="0" cy="0"/>
        </a:xfrm>
      </p:grpSpPr>
      <p:sp>
        <p:nvSpPr>
          <p:cNvPr id="30" name="Titre 1"/>
          <p:cNvSpPr>
            <a:spLocks noGrp="1"/>
          </p:cNvSpPr>
          <p:nvPr>
            <p:ph type="title"/>
          </p:nvPr>
        </p:nvSpPr>
        <p:spPr>
          <a:xfrm>
            <a:off x="1141411" y="609600"/>
            <a:ext cx="9905999" cy="1905000"/>
          </a:xfrm>
        </p:spPr>
        <p:txBody>
          <a:bodyPr rtlCol="0"/>
          <a:lstStyle/>
          <a:p>
            <a:pPr rtl="0"/>
            <a:r>
              <a:rPr lang="fr-FR" noProof="0"/>
              <a:t>Modifiez le style du titre</a:t>
            </a:r>
          </a:p>
        </p:txBody>
      </p:sp>
      <p:sp>
        <p:nvSpPr>
          <p:cNvPr id="19" name="Espace réservé du texte 2"/>
          <p:cNvSpPr>
            <a:spLocks noGrp="1"/>
          </p:cNvSpPr>
          <p:nvPr>
            <p:ph type="body" idx="1" hasCustomPrompt="1"/>
          </p:nvPr>
        </p:nvSpPr>
        <p:spPr>
          <a:xfrm>
            <a:off x="1141413" y="4404596"/>
            <a:ext cx="3195240" cy="576262"/>
          </a:xfrm>
        </p:spPr>
        <p:txBody>
          <a:bodyPr rtlCol="0"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a:t>
            </a:r>
          </a:p>
        </p:txBody>
      </p:sp>
      <p:sp>
        <p:nvSpPr>
          <p:cNvPr id="20" name="Espace réservé d’image 2"/>
          <p:cNvSpPr>
            <a:spLocks noGrp="1" noChangeAspect="1"/>
          </p:cNvSpPr>
          <p:nvPr>
            <p:ph type="pic" idx="15" hasCustomPrompt="1"/>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rtl="0">
              <a:buNone/>
            </a:pPr>
            <a:r>
              <a:rPr lang="fr-FR" noProof="0"/>
              <a:t>Cliquez sur l’icône pour ajouter une image</a:t>
            </a:r>
          </a:p>
        </p:txBody>
      </p:sp>
      <p:sp>
        <p:nvSpPr>
          <p:cNvPr id="21" name="Espace réservé du texte 3"/>
          <p:cNvSpPr>
            <a:spLocks noGrp="1"/>
          </p:cNvSpPr>
          <p:nvPr>
            <p:ph type="body" sz="half" idx="18" hasCustomPrompt="1"/>
          </p:nvPr>
        </p:nvSpPr>
        <p:spPr>
          <a:xfrm>
            <a:off x="1141413" y="4980858"/>
            <a:ext cx="3195240" cy="81784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a:t>
            </a:r>
          </a:p>
        </p:txBody>
      </p:sp>
      <p:sp>
        <p:nvSpPr>
          <p:cNvPr id="22" name="Espace réservé du texte 4"/>
          <p:cNvSpPr>
            <a:spLocks noGrp="1"/>
          </p:cNvSpPr>
          <p:nvPr>
            <p:ph type="body" sz="quarter" idx="3" hasCustomPrompt="1"/>
          </p:nvPr>
        </p:nvSpPr>
        <p:spPr>
          <a:xfrm>
            <a:off x="4489053" y="4404596"/>
            <a:ext cx="3200400" cy="576262"/>
          </a:xfrm>
        </p:spPr>
        <p:txBody>
          <a:bodyPr rtlCol="0"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a:t>
            </a:r>
          </a:p>
        </p:txBody>
      </p:sp>
      <p:sp>
        <p:nvSpPr>
          <p:cNvPr id="23" name="Espace réservé d’image 2"/>
          <p:cNvSpPr>
            <a:spLocks noGrp="1" noChangeAspect="1"/>
          </p:cNvSpPr>
          <p:nvPr>
            <p:ph type="pic" idx="21" hasCustomPrompt="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rtl="0">
              <a:buNone/>
            </a:pPr>
            <a:r>
              <a:rPr lang="fr-FR" noProof="0"/>
              <a:t>Cliquez sur l’icône pour ajouter une image</a:t>
            </a:r>
          </a:p>
        </p:txBody>
      </p:sp>
      <p:sp>
        <p:nvSpPr>
          <p:cNvPr id="24" name="Espace réservé du texte 3"/>
          <p:cNvSpPr>
            <a:spLocks noGrp="1"/>
          </p:cNvSpPr>
          <p:nvPr>
            <p:ph type="body" sz="half" idx="19" hasCustomPrompt="1"/>
          </p:nvPr>
        </p:nvSpPr>
        <p:spPr>
          <a:xfrm>
            <a:off x="4487593" y="4980857"/>
            <a:ext cx="3200400" cy="81034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a:t>
            </a:r>
          </a:p>
        </p:txBody>
      </p:sp>
      <p:sp>
        <p:nvSpPr>
          <p:cNvPr id="25" name="Espace réservé du texte 4"/>
          <p:cNvSpPr>
            <a:spLocks noGrp="1"/>
          </p:cNvSpPr>
          <p:nvPr>
            <p:ph type="body" sz="quarter" idx="13" hasCustomPrompt="1"/>
          </p:nvPr>
        </p:nvSpPr>
        <p:spPr>
          <a:xfrm>
            <a:off x="7852567" y="4404595"/>
            <a:ext cx="3190741" cy="576262"/>
          </a:xfrm>
        </p:spPr>
        <p:txBody>
          <a:bodyPr rtlCol="0"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a:t>
            </a:r>
          </a:p>
        </p:txBody>
      </p:sp>
      <p:sp>
        <p:nvSpPr>
          <p:cNvPr id="26" name="Espace réservé d’image 2"/>
          <p:cNvSpPr>
            <a:spLocks noGrp="1" noChangeAspect="1"/>
          </p:cNvSpPr>
          <p:nvPr>
            <p:ph type="pic" idx="22" hasCustomPrompt="1"/>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rtl="0">
              <a:buNone/>
            </a:pPr>
            <a:r>
              <a:rPr lang="fr-FR" noProof="0"/>
              <a:t>Cliquez sur l’icône pour ajouter une image</a:t>
            </a:r>
          </a:p>
        </p:txBody>
      </p:sp>
      <p:sp>
        <p:nvSpPr>
          <p:cNvPr id="27" name="Espace réservé du texte 3"/>
          <p:cNvSpPr>
            <a:spLocks noGrp="1"/>
          </p:cNvSpPr>
          <p:nvPr>
            <p:ph type="body" sz="half" idx="20" hasCustomPrompt="1"/>
          </p:nvPr>
        </p:nvSpPr>
        <p:spPr>
          <a:xfrm>
            <a:off x="7852442" y="4980854"/>
            <a:ext cx="3194968" cy="810345"/>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a:t>
            </a:r>
          </a:p>
        </p:txBody>
      </p:sp>
      <p:sp>
        <p:nvSpPr>
          <p:cNvPr id="3" name="Espace réservé de la date 2"/>
          <p:cNvSpPr>
            <a:spLocks noGrp="1"/>
          </p:cNvSpPr>
          <p:nvPr>
            <p:ph type="dt" sz="half" idx="10"/>
          </p:nvPr>
        </p:nvSpPr>
        <p:spPr/>
        <p:txBody>
          <a:bodyPr rtlCol="0"/>
          <a:lstStyle/>
          <a:p>
            <a:pPr rtl="0"/>
            <a:fld id="{8B02EE67-FF17-4DF0-9829-ED602516B6AB}" type="datetime1">
              <a:rPr lang="fr-FR" noProof="0" smtClean="0"/>
              <a:t>02/05/2022</a:t>
            </a:fld>
            <a:endParaRPr lang="fr-FR" noProof="0"/>
          </a:p>
        </p:txBody>
      </p:sp>
      <p:sp>
        <p:nvSpPr>
          <p:cNvPr id="4" name="Espace réservé du pied de page 3"/>
          <p:cNvSpPr>
            <a:spLocks noGrp="1"/>
          </p:cNvSpPr>
          <p:nvPr>
            <p:ph type="ftr" sz="quarter" idx="11"/>
          </p:nvPr>
        </p:nvSpPr>
        <p:spPr/>
        <p:txBody>
          <a:bodyPr rtlCol="0"/>
          <a:lstStyle/>
          <a:p>
            <a:pPr rtl="0"/>
            <a:endParaRPr lang="fr-FR" noProof="0"/>
          </a:p>
        </p:txBody>
      </p:sp>
      <p:sp>
        <p:nvSpPr>
          <p:cNvPr id="5" name="Espace réservé du numéro de diapositive 4"/>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texte vertical 2"/>
          <p:cNvSpPr>
            <a:spLocks noGrp="1"/>
          </p:cNvSpPr>
          <p:nvPr>
            <p:ph type="body" orient="vert" idx="1" hasCustomPrompt="1"/>
          </p:nvPr>
        </p:nvSpPr>
        <p:spPr/>
        <p:txBody>
          <a:bodyPr vert="eaVert" rtlCol="0" anchor="t"/>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CB00739E-7E62-4E1D-904B-086EE85DD8B1}" type="datetime1">
              <a:rPr lang="fr-FR" noProof="0" smtClean="0"/>
              <a:t>02/05/2022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9042400" y="609599"/>
            <a:ext cx="2005011" cy="5181601"/>
          </a:xfrm>
        </p:spPr>
        <p:txBody>
          <a:bodyPr vert="eaVert" rtlCol="0"/>
          <a:lstStyle/>
          <a:p>
            <a:pPr rtl="0"/>
            <a:r>
              <a:rPr lang="fr-FR" noProof="0"/>
              <a:t>Modifiez le style du titre</a:t>
            </a:r>
          </a:p>
        </p:txBody>
      </p:sp>
      <p:sp>
        <p:nvSpPr>
          <p:cNvPr id="3" name="Espace réservé du texte vertical 2"/>
          <p:cNvSpPr>
            <a:spLocks noGrp="1"/>
          </p:cNvSpPr>
          <p:nvPr>
            <p:ph type="body" orient="vert" idx="1" hasCustomPrompt="1"/>
          </p:nvPr>
        </p:nvSpPr>
        <p:spPr>
          <a:xfrm>
            <a:off x="1141410" y="609599"/>
            <a:ext cx="7748590" cy="5181601"/>
          </a:xfrm>
        </p:spPr>
        <p:txBody>
          <a:bodyPr vert="eaVert"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3AEC66CD-B356-4D5C-AD50-6BD69D931936}" type="datetime1">
              <a:rPr lang="fr-FR" noProof="0" smtClean="0"/>
              <a:t>02/05/2022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6D22F896-40B5-4ADD-8801-0D06FADFA095}" type="slidenum">
              <a:rPr lang="fr-FR" noProof="0" smtClean="0"/>
              <a:t>‹N°›</a:t>
            </a:fld>
            <a:endParaRPr lang="fr-FR"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Imag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e 7"/>
          <p:cNvGrpSpPr/>
          <p:nvPr/>
        </p:nvGrpSpPr>
        <p:grpSpPr>
          <a:xfrm>
            <a:off x="-14288" y="0"/>
            <a:ext cx="12053888" cy="6858001"/>
            <a:chOff x="-14288" y="0"/>
            <a:chExt cx="12053888" cy="6858001"/>
          </a:xfrm>
        </p:grpSpPr>
        <p:grpSp>
          <p:nvGrpSpPr>
            <p:cNvPr id="9" name="Groupe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orme libre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orme libre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orme libre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orme libre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orme libre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orme libre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orme libre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orme libre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orme libre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orme libre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g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orme libre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orme libre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orme libre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orme libre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orme libre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orme libre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orme libre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orme libre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orme libre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orme libre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orme libre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orme libre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orme libre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orme libre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e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orme libre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orme libre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orme libre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orme libre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orme libre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orme libre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orme libre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orme libre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orme libre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Espace réservé du titre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pPr rtl="0"/>
            <a:endParaRPr lang="fr-FR" noProof="0"/>
          </a:p>
        </p:txBody>
      </p:sp>
      <p:sp>
        <p:nvSpPr>
          <p:cNvPr id="3" name="Espace réservé du texte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rtl="0"/>
            <a:r>
              <a:rPr lang="fr-FR" noProof="0" dirty="0"/>
              <a:t>Modifiez les styles du texte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4" name="Espace réservé de la date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0606F074-D86C-47E3-B58D-F95F5D2B8846}" type="datetime1">
              <a:rPr lang="fr-FR" noProof="0" smtClean="0"/>
              <a:t>02/05/2022</a:t>
            </a:fld>
            <a:endParaRPr lang="fr-FR" noProof="0" dirty="0"/>
          </a:p>
        </p:txBody>
      </p:sp>
      <p:sp>
        <p:nvSpPr>
          <p:cNvPr id="5" name="Espace réservé du pied de page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pPr rtl="0"/>
            <a:endParaRPr lang="fr-FR" noProof="0"/>
          </a:p>
        </p:txBody>
      </p:sp>
      <p:sp>
        <p:nvSpPr>
          <p:cNvPr id="6" name="Espace réservé du numéro de diapositive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6D22F896-40B5-4ADD-8801-0D06FADFA095}" type="slidenum">
              <a:rPr lang="fr-FR" noProof="0" smtClean="0"/>
              <a:pPr/>
              <a:t>‹N°›</a:t>
            </a:fld>
            <a:endParaRPr lang="fr-FR" noProof="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fi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876424" y="1122363"/>
            <a:ext cx="8791575" cy="722479"/>
          </a:xfrm>
        </p:spPr>
        <p:txBody>
          <a:bodyPr rtlCol="0">
            <a:normAutofit fontScale="90000"/>
          </a:bodyPr>
          <a:lstStyle/>
          <a:p>
            <a:pPr algn="ctr" rtl="0"/>
            <a:r>
              <a:rPr lang="fr-FR" dirty="0"/>
              <a:t>Event</a:t>
            </a:r>
          </a:p>
        </p:txBody>
      </p:sp>
      <p:sp>
        <p:nvSpPr>
          <p:cNvPr id="3" name="Sous-titre 2"/>
          <p:cNvSpPr>
            <a:spLocks noGrp="1"/>
          </p:cNvSpPr>
          <p:nvPr>
            <p:ph type="subTitle" idx="1"/>
          </p:nvPr>
        </p:nvSpPr>
        <p:spPr/>
        <p:txBody>
          <a:bodyPr rtlCol="0">
            <a:normAutofit/>
          </a:bodyPr>
          <a:lstStyle/>
          <a:p>
            <a:pPr rtl="0"/>
            <a:r>
              <a:rPr lang="fr-FR" cap="none" dirty="0"/>
              <a:t>L’interface Event, interface représente un évènement qui se produit dans le DOM</a:t>
            </a:r>
          </a:p>
        </p:txBody>
      </p:sp>
    </p:spTree>
    <p:extLst>
      <p:ext uri="{BB962C8B-B14F-4D97-AF65-F5344CB8AC3E}">
        <p14:creationId xmlns:p14="http://schemas.microsoft.com/office/powerpoint/2010/main" val="3856144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98113DA-43EE-4181-B988-E5DA9880662A}"/>
              </a:ext>
            </a:extLst>
          </p:cNvPr>
          <p:cNvSpPr>
            <a:spLocks noGrp="1"/>
          </p:cNvSpPr>
          <p:nvPr>
            <p:ph idx="1"/>
          </p:nvPr>
        </p:nvSpPr>
        <p:spPr>
          <a:xfrm>
            <a:off x="1205581" y="1519571"/>
            <a:ext cx="9905999" cy="3541714"/>
          </a:xfrm>
        </p:spPr>
        <p:txBody>
          <a:bodyPr>
            <a:normAutofit fontScale="92500" lnSpcReduction="20000"/>
          </a:bodyPr>
          <a:lstStyle/>
          <a:p>
            <a:r>
              <a:rPr lang="fr-FR" dirty="0"/>
              <a:t>Un évènement peut être déclenché par une action humaine (clic avec la souris, appui sur une touche du clavier) ou généré par des API pour représenter la progression d’une tâche asynchrone (qui ne se déroule pas en même temps).</a:t>
            </a:r>
          </a:p>
          <a:p>
            <a:endParaRPr lang="fr-FR" dirty="0"/>
          </a:p>
          <a:p>
            <a:endParaRPr lang="fr-FR" dirty="0"/>
          </a:p>
          <a:p>
            <a:r>
              <a:rPr lang="fr-FR" dirty="0"/>
              <a:t>Il est également possible de déclencher un évènement à partir d’un programme, en appelant par exemple la méthode </a:t>
            </a:r>
            <a:r>
              <a:rPr lang="fr-FR" dirty="0" err="1"/>
              <a:t>HTMLElement,click</a:t>
            </a:r>
            <a:r>
              <a:rPr lang="fr-FR" dirty="0"/>
              <a:t>() sur un élément ou en définissant l’évènement avant de l’envoyer sur une cible avec la méthode </a:t>
            </a:r>
            <a:r>
              <a:rPr lang="fr-FR" dirty="0" err="1"/>
              <a:t>EventTarget,dispatchEvent</a:t>
            </a:r>
            <a:r>
              <a:rPr lang="fr-FR" dirty="0"/>
              <a:t>() .</a:t>
            </a:r>
          </a:p>
        </p:txBody>
      </p:sp>
      <p:pic>
        <p:nvPicPr>
          <p:cNvPr id="2050" name="Picture 2" descr="Clic Souris Banque d'images et photos libres de droit - iStock">
            <a:extLst>
              <a:ext uri="{FF2B5EF4-FFF2-40B4-BE49-F238E27FC236}">
                <a16:creationId xmlns:a16="http://schemas.microsoft.com/office/drawing/2014/main" id="{1300D3B4-9336-D058-716E-F4C14ECAEC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7032" y="2683044"/>
            <a:ext cx="895147" cy="745956"/>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024A9CD3-4A71-7FF0-6AD1-A10465CDF9E2}"/>
              </a:ext>
            </a:extLst>
          </p:cNvPr>
          <p:cNvPicPr>
            <a:picLocks noChangeAspect="1"/>
          </p:cNvPicPr>
          <p:nvPr/>
        </p:nvPicPr>
        <p:blipFill>
          <a:blip r:embed="rId3"/>
          <a:stretch>
            <a:fillRect/>
          </a:stretch>
        </p:blipFill>
        <p:spPr>
          <a:xfrm>
            <a:off x="8613608" y="2574756"/>
            <a:ext cx="1428750" cy="800100"/>
          </a:xfrm>
          <a:prstGeom prst="rect">
            <a:avLst/>
          </a:prstGeom>
        </p:spPr>
      </p:pic>
    </p:spTree>
    <p:extLst>
      <p:ext uri="{BB962C8B-B14F-4D97-AF65-F5344CB8AC3E}">
        <p14:creationId xmlns:p14="http://schemas.microsoft.com/office/powerpoint/2010/main" val="2872836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1EE31D-7E45-3EF8-951D-830E5B4FE072}"/>
              </a:ext>
            </a:extLst>
          </p:cNvPr>
          <p:cNvSpPr>
            <a:spLocks noGrp="1"/>
          </p:cNvSpPr>
          <p:nvPr>
            <p:ph type="title"/>
          </p:nvPr>
        </p:nvSpPr>
        <p:spPr/>
        <p:txBody>
          <a:bodyPr/>
          <a:lstStyle/>
          <a:p>
            <a:pPr algn="ctr"/>
            <a:r>
              <a:rPr lang="fr-FR" dirty="0"/>
              <a:t>Propriétés</a:t>
            </a:r>
          </a:p>
        </p:txBody>
      </p:sp>
      <p:sp>
        <p:nvSpPr>
          <p:cNvPr id="3" name="Espace réservé du contenu 2">
            <a:extLst>
              <a:ext uri="{FF2B5EF4-FFF2-40B4-BE49-F238E27FC236}">
                <a16:creationId xmlns:a16="http://schemas.microsoft.com/office/drawing/2014/main" id="{BC99ED54-F0A2-021D-95C1-B275C5150F5A}"/>
              </a:ext>
            </a:extLst>
          </p:cNvPr>
          <p:cNvSpPr>
            <a:spLocks noGrp="1"/>
          </p:cNvSpPr>
          <p:nvPr>
            <p:ph idx="1"/>
          </p:nvPr>
        </p:nvSpPr>
        <p:spPr/>
        <p:txBody>
          <a:bodyPr/>
          <a:lstStyle/>
          <a:p>
            <a:r>
              <a:rPr lang="fr-FR" dirty="0"/>
              <a:t>Exemple de différentes propriétés :</a:t>
            </a:r>
          </a:p>
          <a:p>
            <a:pPr lvl="1"/>
            <a:r>
              <a:rPr lang="fr-FR" dirty="0" err="1"/>
              <a:t>Event.target</a:t>
            </a:r>
            <a:r>
              <a:rPr lang="fr-FR" dirty="0"/>
              <a:t>  : Une référence à la cible à laquelle l’évènement était initialement destiné.</a:t>
            </a:r>
          </a:p>
          <a:p>
            <a:pPr lvl="1"/>
            <a:r>
              <a:rPr lang="fr-FR" dirty="0" err="1"/>
              <a:t>preventDefault</a:t>
            </a:r>
            <a:r>
              <a:rPr lang="fr-FR" dirty="0"/>
              <a:t>() : indique à l’agent utilisateur que si l’évènement n’est pas géré, l’action par défaut ne devrait pas être exécutée.</a:t>
            </a:r>
          </a:p>
          <a:p>
            <a:pPr lvl="1"/>
            <a:r>
              <a:rPr lang="fr-FR" dirty="0" err="1"/>
              <a:t>Event.isTrusted</a:t>
            </a:r>
            <a:r>
              <a:rPr lang="fr-FR" dirty="0"/>
              <a:t> : indique si l’évènement a été initié par le navigateur(suite à une action humaine comme un clic ou par un script.</a:t>
            </a:r>
          </a:p>
        </p:txBody>
      </p:sp>
    </p:spTree>
    <p:extLst>
      <p:ext uri="{BB962C8B-B14F-4D97-AF65-F5344CB8AC3E}">
        <p14:creationId xmlns:p14="http://schemas.microsoft.com/office/powerpoint/2010/main" val="3222916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DA7168-B51D-F67E-2CF4-227E3D018A22}"/>
              </a:ext>
            </a:extLst>
          </p:cNvPr>
          <p:cNvSpPr>
            <a:spLocks noGrp="1"/>
          </p:cNvSpPr>
          <p:nvPr>
            <p:ph type="title"/>
          </p:nvPr>
        </p:nvSpPr>
        <p:spPr>
          <a:xfrm>
            <a:off x="1069223" y="434713"/>
            <a:ext cx="9905998" cy="1158625"/>
          </a:xfrm>
        </p:spPr>
        <p:txBody>
          <a:bodyPr/>
          <a:lstStyle/>
          <a:p>
            <a:pPr algn="ctr"/>
            <a:r>
              <a:rPr lang="fr-FR" dirty="0"/>
              <a:t>Méthodes</a:t>
            </a:r>
          </a:p>
        </p:txBody>
      </p:sp>
      <p:sp>
        <p:nvSpPr>
          <p:cNvPr id="3" name="Espace réservé du contenu 2">
            <a:extLst>
              <a:ext uri="{FF2B5EF4-FFF2-40B4-BE49-F238E27FC236}">
                <a16:creationId xmlns:a16="http://schemas.microsoft.com/office/drawing/2014/main" id="{640AB521-89B0-277E-BA5A-B2EA3B2ED4BE}"/>
              </a:ext>
            </a:extLst>
          </p:cNvPr>
          <p:cNvSpPr>
            <a:spLocks noGrp="1"/>
          </p:cNvSpPr>
          <p:nvPr>
            <p:ph idx="1"/>
          </p:nvPr>
        </p:nvSpPr>
        <p:spPr>
          <a:xfrm>
            <a:off x="1069223" y="1658143"/>
            <a:ext cx="9905999" cy="4765144"/>
          </a:xfrm>
        </p:spPr>
        <p:txBody>
          <a:bodyPr>
            <a:normAutofit/>
          </a:bodyPr>
          <a:lstStyle/>
          <a:p>
            <a:r>
              <a:rPr lang="fr-FR" dirty="0" err="1"/>
              <a:t>addEventListener</a:t>
            </a:r>
            <a:r>
              <a:rPr lang="fr-FR" dirty="0"/>
              <a:t> () : ajoute un évènement sur un Objet . </a:t>
            </a:r>
          </a:p>
          <a:p>
            <a:r>
              <a:rPr lang="fr-FR" dirty="0"/>
              <a:t>Exemple :</a:t>
            </a:r>
          </a:p>
          <a:p>
            <a:pPr marL="0" indent="0">
              <a:buNone/>
            </a:pPr>
            <a:r>
              <a:rPr lang="fr-FR" sz="1600"/>
              <a:t>	Function</a:t>
            </a:r>
            <a:r>
              <a:rPr lang="fr-FR" sz="1600" dirty="0"/>
              <a:t> </a:t>
            </a:r>
            <a:r>
              <a:rPr lang="fr-FR" sz="1600" dirty="0" err="1"/>
              <a:t>changeColor</a:t>
            </a:r>
            <a:r>
              <a:rPr lang="fr-FR" sz="1600" dirty="0"/>
              <a:t>(){ </a:t>
            </a:r>
            <a:r>
              <a:rPr lang="fr-FR" sz="1600" dirty="0" err="1"/>
              <a:t>this.style.backgroundColor</a:t>
            </a:r>
            <a:r>
              <a:rPr lang="fr-FR" sz="1600" dirty="0"/>
              <a:t> = ‘orange ’;}</a:t>
            </a:r>
          </a:p>
          <a:p>
            <a:pPr marL="0" indent="0">
              <a:buNone/>
            </a:pPr>
            <a:r>
              <a:rPr lang="fr-FR" sz="1800" dirty="0"/>
              <a:t>	</a:t>
            </a:r>
            <a:r>
              <a:rPr lang="fr-FR" sz="1800" dirty="0" err="1"/>
              <a:t>test.addEventlistener</a:t>
            </a:r>
            <a:r>
              <a:rPr lang="fr-FR" sz="1800" dirty="0"/>
              <a:t>(‘</a:t>
            </a:r>
            <a:r>
              <a:rPr lang="fr-FR" sz="1800" dirty="0" err="1"/>
              <a:t>mouseover</a:t>
            </a:r>
            <a:r>
              <a:rPr lang="fr-FR" sz="1800" dirty="0"/>
              <a:t>, </a:t>
            </a:r>
            <a:r>
              <a:rPr lang="fr-FR" sz="1800" dirty="0" err="1"/>
              <a:t>changeColor</a:t>
            </a:r>
            <a:r>
              <a:rPr lang="fr-FR" sz="1800" dirty="0"/>
              <a:t>);</a:t>
            </a:r>
          </a:p>
          <a:p>
            <a:pPr marL="0" indent="0">
              <a:buNone/>
            </a:pPr>
            <a:endParaRPr lang="fr-FR" sz="1800" dirty="0"/>
          </a:p>
          <a:p>
            <a:pPr marL="0" indent="0">
              <a:buNone/>
            </a:pPr>
            <a:r>
              <a:rPr lang="fr-FR" sz="1800" dirty="0"/>
              <a:t>Nom de la variable</a:t>
            </a:r>
          </a:p>
          <a:p>
            <a:pPr marL="0" indent="0">
              <a:buNone/>
            </a:pPr>
            <a:endParaRPr lang="fr-FR" sz="1800" dirty="0"/>
          </a:p>
          <a:p>
            <a:r>
              <a:rPr lang="fr-FR" sz="1800" dirty="0" err="1"/>
              <a:t>removeEventListener</a:t>
            </a:r>
            <a:r>
              <a:rPr lang="fr-FR" sz="1800" dirty="0"/>
              <a:t>() : permette de supprimer un gestionnaire d’évènements déclaré avec </a:t>
            </a:r>
            <a:r>
              <a:rPr lang="fr-FR" sz="1800" dirty="0" err="1"/>
              <a:t>addEventListener</a:t>
            </a:r>
            <a:r>
              <a:rPr lang="fr-FR" sz="1800" dirty="0"/>
              <a:t>().</a:t>
            </a:r>
          </a:p>
          <a:p>
            <a:pPr marL="0" indent="0">
              <a:buNone/>
            </a:pPr>
            <a:r>
              <a:rPr lang="fr-FR" sz="1800" dirty="0"/>
              <a:t>Exemple : </a:t>
            </a:r>
            <a:r>
              <a:rPr lang="fr-FR" sz="1800" dirty="0" err="1"/>
              <a:t>test.removeEventListener</a:t>
            </a:r>
            <a:r>
              <a:rPr lang="fr-FR" sz="1800" dirty="0"/>
              <a:t>(‘</a:t>
            </a:r>
            <a:r>
              <a:rPr lang="fr-FR" sz="1800" dirty="0" err="1"/>
              <a:t>mouseover</a:t>
            </a:r>
            <a:r>
              <a:rPr lang="fr-FR" sz="1800" dirty="0"/>
              <a:t>’,</a:t>
            </a:r>
            <a:r>
              <a:rPr lang="fr-FR" sz="1800" dirty="0" err="1"/>
              <a:t>changeColor</a:t>
            </a:r>
            <a:r>
              <a:rPr lang="fr-FR" sz="1800" dirty="0"/>
              <a:t>);</a:t>
            </a:r>
          </a:p>
        </p:txBody>
      </p:sp>
      <p:cxnSp>
        <p:nvCxnSpPr>
          <p:cNvPr id="5" name="Connecteur droit avec flèche 4">
            <a:extLst>
              <a:ext uri="{FF2B5EF4-FFF2-40B4-BE49-F238E27FC236}">
                <a16:creationId xmlns:a16="http://schemas.microsoft.com/office/drawing/2014/main" id="{C21E97F8-5FFA-5A74-6AD5-2CB6B0773BB9}"/>
              </a:ext>
            </a:extLst>
          </p:cNvPr>
          <p:cNvCxnSpPr>
            <a:cxnSpLocks/>
          </p:cNvCxnSpPr>
          <p:nvPr/>
        </p:nvCxnSpPr>
        <p:spPr>
          <a:xfrm flipH="1">
            <a:off x="1347140" y="3553326"/>
            <a:ext cx="798141" cy="5923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Connecteur droit avec flèche 6">
            <a:extLst>
              <a:ext uri="{FF2B5EF4-FFF2-40B4-BE49-F238E27FC236}">
                <a16:creationId xmlns:a16="http://schemas.microsoft.com/office/drawing/2014/main" id="{33698F0C-FA54-8FC3-3A99-5DBB9DCFAA4B}"/>
              </a:ext>
            </a:extLst>
          </p:cNvPr>
          <p:cNvCxnSpPr>
            <a:cxnSpLocks/>
          </p:cNvCxnSpPr>
          <p:nvPr/>
        </p:nvCxnSpPr>
        <p:spPr>
          <a:xfrm>
            <a:off x="4596067" y="3553326"/>
            <a:ext cx="0" cy="8101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Connecteur droit avec flèche 8">
            <a:extLst>
              <a:ext uri="{FF2B5EF4-FFF2-40B4-BE49-F238E27FC236}">
                <a16:creationId xmlns:a16="http://schemas.microsoft.com/office/drawing/2014/main" id="{CB8236F6-1E29-D338-F729-A407041E403A}"/>
              </a:ext>
            </a:extLst>
          </p:cNvPr>
          <p:cNvCxnSpPr>
            <a:cxnSpLocks/>
          </p:cNvCxnSpPr>
          <p:nvPr/>
        </p:nvCxnSpPr>
        <p:spPr>
          <a:xfrm>
            <a:off x="5874930" y="3568203"/>
            <a:ext cx="959008" cy="632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necteur droit avec flèche 13">
            <a:extLst>
              <a:ext uri="{FF2B5EF4-FFF2-40B4-BE49-F238E27FC236}">
                <a16:creationId xmlns:a16="http://schemas.microsoft.com/office/drawing/2014/main" id="{49B8F248-44B7-8E6F-A463-1D7A58ABCDC0}"/>
              </a:ext>
            </a:extLst>
          </p:cNvPr>
          <p:cNvCxnSpPr>
            <a:cxnSpLocks/>
          </p:cNvCxnSpPr>
          <p:nvPr/>
        </p:nvCxnSpPr>
        <p:spPr>
          <a:xfrm>
            <a:off x="3224463" y="3553326"/>
            <a:ext cx="184484" cy="3227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ZoneTexte 14">
            <a:extLst>
              <a:ext uri="{FF2B5EF4-FFF2-40B4-BE49-F238E27FC236}">
                <a16:creationId xmlns:a16="http://schemas.microsoft.com/office/drawing/2014/main" id="{FB6D407C-F965-6F22-2562-FAEFCA6821CF}"/>
              </a:ext>
            </a:extLst>
          </p:cNvPr>
          <p:cNvSpPr txBox="1"/>
          <p:nvPr/>
        </p:nvSpPr>
        <p:spPr>
          <a:xfrm>
            <a:off x="2636455" y="3776339"/>
            <a:ext cx="1427368" cy="369332"/>
          </a:xfrm>
          <a:prstGeom prst="rect">
            <a:avLst/>
          </a:prstGeom>
          <a:noFill/>
        </p:spPr>
        <p:txBody>
          <a:bodyPr wrap="square" rtlCol="0">
            <a:spAutoFit/>
          </a:bodyPr>
          <a:lstStyle/>
          <a:p>
            <a:r>
              <a:rPr lang="fr-FR" dirty="0"/>
              <a:t>Nouvel </a:t>
            </a:r>
            <a:r>
              <a:rPr lang="fr-FR" dirty="0" err="1"/>
              <a:t>event</a:t>
            </a:r>
            <a:endParaRPr lang="fr-FR" dirty="0"/>
          </a:p>
        </p:txBody>
      </p:sp>
      <p:sp>
        <p:nvSpPr>
          <p:cNvPr id="18" name="ZoneTexte 17">
            <a:extLst>
              <a:ext uri="{FF2B5EF4-FFF2-40B4-BE49-F238E27FC236}">
                <a16:creationId xmlns:a16="http://schemas.microsoft.com/office/drawing/2014/main" id="{039B9EE1-772D-98C2-6EFC-47350659F0EE}"/>
              </a:ext>
            </a:extLst>
          </p:cNvPr>
          <p:cNvSpPr txBox="1"/>
          <p:nvPr/>
        </p:nvSpPr>
        <p:spPr>
          <a:xfrm>
            <a:off x="3637059" y="4271694"/>
            <a:ext cx="2237871" cy="646331"/>
          </a:xfrm>
          <a:prstGeom prst="rect">
            <a:avLst/>
          </a:prstGeom>
          <a:noFill/>
        </p:spPr>
        <p:txBody>
          <a:bodyPr wrap="square" rtlCol="0">
            <a:spAutoFit/>
          </a:bodyPr>
          <a:lstStyle/>
          <a:p>
            <a:r>
              <a:rPr lang="fr-FR" dirty="0"/>
              <a:t>Action : au passage de la souris</a:t>
            </a:r>
          </a:p>
        </p:txBody>
      </p:sp>
      <p:sp>
        <p:nvSpPr>
          <p:cNvPr id="33" name="ZoneTexte 32">
            <a:extLst>
              <a:ext uri="{FF2B5EF4-FFF2-40B4-BE49-F238E27FC236}">
                <a16:creationId xmlns:a16="http://schemas.microsoft.com/office/drawing/2014/main" id="{272FF2E5-1C04-858F-59C5-CC6494ED6828}"/>
              </a:ext>
            </a:extLst>
          </p:cNvPr>
          <p:cNvSpPr txBox="1"/>
          <p:nvPr/>
        </p:nvSpPr>
        <p:spPr>
          <a:xfrm>
            <a:off x="6753726" y="4145671"/>
            <a:ext cx="2237871" cy="646331"/>
          </a:xfrm>
          <a:prstGeom prst="rect">
            <a:avLst/>
          </a:prstGeom>
          <a:noFill/>
        </p:spPr>
        <p:txBody>
          <a:bodyPr wrap="square" rtlCol="0">
            <a:spAutoFit/>
          </a:bodyPr>
          <a:lstStyle/>
          <a:p>
            <a:r>
              <a:rPr lang="fr-FR" dirty="0"/>
              <a:t>Appel la fonction pour changer la couleur</a:t>
            </a:r>
          </a:p>
        </p:txBody>
      </p:sp>
    </p:spTree>
    <p:extLst>
      <p:ext uri="{BB962C8B-B14F-4D97-AF65-F5344CB8AC3E}">
        <p14:creationId xmlns:p14="http://schemas.microsoft.com/office/powerpoint/2010/main" val="9540761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tf00001226_wac</Template>
  <TotalTime>77</TotalTime>
  <Words>253</Words>
  <Application>Microsoft Office PowerPoint</Application>
  <PresentationFormat>Grand écran</PresentationFormat>
  <Paragraphs>25</Paragraphs>
  <Slides>4</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vt:i4>
      </vt:variant>
    </vt:vector>
  </HeadingPairs>
  <TitlesOfParts>
    <vt:vector size="8" baseType="lpstr">
      <vt:lpstr>Arial</vt:lpstr>
      <vt:lpstr>Calibri</vt:lpstr>
      <vt:lpstr>Tw Cen MT</vt:lpstr>
      <vt:lpstr>Circuit</vt:lpstr>
      <vt:lpstr>Event</vt:lpstr>
      <vt:lpstr>Présentation PowerPoint</vt:lpstr>
      <vt:lpstr>Propriétés</vt:lpstr>
      <vt:lpstr>Méthodes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dc:title>
  <dc:creator>Mathieu FIX</dc:creator>
  <cp:lastModifiedBy>Mathieu FIX</cp:lastModifiedBy>
  <cp:revision>3</cp:revision>
  <dcterms:created xsi:type="dcterms:W3CDTF">2022-05-02T08:52:52Z</dcterms:created>
  <dcterms:modified xsi:type="dcterms:W3CDTF">2022-05-02T10:10:36Z</dcterms:modified>
</cp:coreProperties>
</file>